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3"/>
    <p:sldId id="258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428"/>
    <a:srgbClr val="23325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ustomXml" Target="../customXml/item3.xml"/><Relationship Id="rId12" Type="http://schemas.openxmlformats.org/officeDocument/2006/relationships/customXml" Target="../customXml/item2.xml"/><Relationship Id="rId11" Type="http://schemas.openxmlformats.org/officeDocument/2006/relationships/customXml" Target="../customXml/item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96085"/>
            <a:ext cx="10833100" cy="1408430"/>
          </a:xfrm>
        </p:spPr>
        <p:txBody>
          <a:bodyPr anchor="b"/>
          <a:lstStyle>
            <a:lvl1pPr algn="ctr">
              <a:defRPr sz="6000" b="1">
                <a:solidFill>
                  <a:srgbClr val="23325D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_ 4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53720" y="2269490"/>
            <a:ext cx="10760710" cy="1231900"/>
          </a:xfrm>
        </p:spPr>
        <p:txBody>
          <a:bodyPr anchor="t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3090" y="3501390"/>
            <a:ext cx="10760710" cy="614045"/>
          </a:xfrm>
        </p:spPr>
        <p:txBody>
          <a:bodyPr/>
          <a:lstStyle>
            <a:lvl1pPr marL="0" indent="0" algn="ctr">
              <a:buNone/>
              <a:defRPr sz="3200">
                <a:solidFill>
                  <a:srgbClr val="FFC42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095" y="1533525"/>
            <a:ext cx="10835640" cy="1085850"/>
          </a:xfrm>
        </p:spPr>
        <p:txBody>
          <a:bodyPr anchor="t"/>
          <a:lstStyle>
            <a:lvl1pPr algn="l">
              <a:defRPr sz="4400" b="1">
                <a:solidFill>
                  <a:srgbClr val="23325D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095" y="2679065"/>
            <a:ext cx="1083564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3325D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96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80" y="365125"/>
            <a:ext cx="9939020" cy="1325880"/>
          </a:xfrm>
        </p:spPr>
        <p:txBody>
          <a:bodyPr/>
          <a:lstStyle>
            <a:lvl1pPr>
              <a:defRPr b="1">
                <a:solidFill>
                  <a:srgbClr val="23325D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4145" y="1825625"/>
            <a:ext cx="9747250" cy="3984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580" y="2272665"/>
            <a:ext cx="11376660" cy="94805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A9F2-352C-1845-AD53-9E647F6D6089}" type="slidenum">
              <a:rPr lang="en-US" smtClean="0"/>
            </a:fld>
            <a:endParaRPr lang="en-US"/>
          </a:p>
        </p:txBody>
      </p:sp>
      <p:sp>
        <p:nvSpPr>
          <p:cNvPr id="8" name="Text Box 7"/>
          <p:cNvSpPr txBox="1"/>
          <p:nvPr userDrawn="1"/>
        </p:nvSpPr>
        <p:spPr>
          <a:xfrm>
            <a:off x="328295" y="3268345"/>
            <a:ext cx="11351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C55ED-920E-DC43-965D-C74FA89125C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CA9F2-352C-1845-AD53-9E647F6D60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490335" y="3694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0645" y="2050415"/>
            <a:ext cx="9810750" cy="375983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54234CAECDD542B2074F42C288766F" ma:contentTypeVersion="18" ma:contentTypeDescription="Create a new document." ma:contentTypeScope="" ma:versionID="ee8ac3b648539f936bd13e8649f60a54">
  <xsd:schema xmlns:xsd="http://www.w3.org/2001/XMLSchema" xmlns:xs="http://www.w3.org/2001/XMLSchema" xmlns:p="http://schemas.microsoft.com/office/2006/metadata/properties" xmlns:ns2="1fb43b76-9a85-4d47-adb3-cda2b2f051e4" xmlns:ns3="1cf3c7ec-d4de-48c8-a1e5-74531eb04d47" targetNamespace="http://schemas.microsoft.com/office/2006/metadata/properties" ma:root="true" ma:fieldsID="471c572574fc7f18201859b4c184035c" ns2:_="" ns3:_="">
    <xsd:import namespace="1fb43b76-9a85-4d47-adb3-cda2b2f051e4"/>
    <xsd:import namespace="1cf3c7ec-d4de-48c8-a1e5-74531eb04d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43b76-9a85-4d47-adb3-cda2b2f05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3c3a554-380f-4f84-8be9-b4a63924fa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3c7ec-d4de-48c8-a1e5-74531eb04d4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f00d15b-4d81-49b3-a308-e8f1ec435994}" ma:internalName="TaxCatchAll" ma:showField="CatchAllData" ma:web="1cf3c7ec-d4de-48c8-a1e5-74531eb04d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b43b76-9a85-4d47-adb3-cda2b2f051e4">
      <Terms xmlns="http://schemas.microsoft.com/office/infopath/2007/PartnerControls"/>
    </lcf76f155ced4ddcb4097134ff3c332f>
    <TaxCatchAll xmlns="1cf3c7ec-d4de-48c8-a1e5-74531eb04d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34B006-2730-477D-A4FB-7B36313F9F6B}">
  <ds:schemaRefs/>
</ds:datastoreItem>
</file>

<file path=customXml/itemProps2.xml><?xml version="1.0" encoding="utf-8"?>
<ds:datastoreItem xmlns:ds="http://schemas.openxmlformats.org/officeDocument/2006/customXml" ds:itemID="{6565165F-9562-4191-8E71-F9668D1C85BE}">
  <ds:schemaRefs/>
</ds:datastoreItem>
</file>

<file path=customXml/itemProps3.xml><?xml version="1.0" encoding="utf-8"?>
<ds:datastoreItem xmlns:ds="http://schemas.openxmlformats.org/officeDocument/2006/customXml" ds:itemID="{80E8B5DF-5211-43EB-A309-80E7DCB2350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Figueroa</dc:creator>
  <cp:lastModifiedBy>carolina Figueroa</cp:lastModifiedBy>
  <cp:revision>12</cp:revision>
  <dcterms:created xsi:type="dcterms:W3CDTF">2025-04-09T07:35:00Z</dcterms:created>
  <dcterms:modified xsi:type="dcterms:W3CDTF">2026-02-10T10:55:45Z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0x0101003254234CAECDD542B2074F42C288766F</vt:lpwstr>
  </property>
  <property fmtid="{D5CDD505-2E9C-101B-9397-08002B2CF9AE}" pid="3" name="ICV">
    <vt:lpwstr>36FAD9506ED94CCD90E1701FFCEF8691_12</vt:lpwstr>
  </property>
  <property fmtid="{D5CDD505-2E9C-101B-9397-08002B2CF9AE}" pid="4" name="KSOProductBuildVer">
    <vt:lpwstr>1033-12.2.0.23196</vt:lpwstr>
  </property>
</Properties>
</file>